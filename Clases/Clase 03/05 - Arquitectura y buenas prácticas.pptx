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pen Sans" panose="020B0606030504020204" pitchFamily="34" charset="0"/>
      <p:regular r:id="rId14"/>
    </p:embeddedFont>
    <p:embeddedFont>
      <p:font typeface="Open Sans Bold" panose="020B0806030504020204" pitchFamily="34" charset="0"/>
      <p:regular r:id="rId15"/>
      <p:bold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1" y="4431071"/>
            <a:ext cx="8678334" cy="712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</a:t>
            </a:r>
            <a:r>
              <a:rPr lang="en-US" sz="4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4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buenas</a:t>
            </a:r>
            <a:r>
              <a:rPr lang="en-US" sz="4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prácticas</a:t>
            </a:r>
            <a:endParaRPr lang="en-US" sz="42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740121" y="5478600"/>
            <a:ext cx="3948275" cy="68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By: Escobar Joel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5" name="Freeform 5"/>
          <p:cNvSpPr/>
          <p:nvPr/>
        </p:nvSpPr>
        <p:spPr>
          <a:xfrm>
            <a:off x="1368739" y="2703947"/>
            <a:ext cx="7775261" cy="4879107"/>
          </a:xfrm>
          <a:custGeom>
            <a:avLst/>
            <a:gdLst/>
            <a:ahLst/>
            <a:cxnLst/>
            <a:rect l="l" t="t" r="r" b="b"/>
            <a:pathLst>
              <a:path w="7775261" h="4879107">
                <a:moveTo>
                  <a:pt x="0" y="0"/>
                </a:moveTo>
                <a:lnTo>
                  <a:pt x="7775261" y="0"/>
                </a:lnTo>
                <a:lnTo>
                  <a:pt x="7775261" y="4879106"/>
                </a:lnTo>
                <a:lnTo>
                  <a:pt x="0" y="4879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23822" y="3075828"/>
            <a:ext cx="9640357" cy="4135344"/>
          </a:xfrm>
          <a:custGeom>
            <a:avLst/>
            <a:gdLst/>
            <a:ahLst/>
            <a:cxnLst/>
            <a:rect l="l" t="t" r="r" b="b"/>
            <a:pathLst>
              <a:path w="9640357" h="4135344">
                <a:moveTo>
                  <a:pt x="0" y="0"/>
                </a:moveTo>
                <a:lnTo>
                  <a:pt x="9640356" y="0"/>
                </a:lnTo>
                <a:lnTo>
                  <a:pt x="9640356" y="4135344"/>
                </a:lnTo>
                <a:lnTo>
                  <a:pt x="0" y="4135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67138" y="634385"/>
            <a:ext cx="5553724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Separación en capas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43200" y="1976135"/>
            <a:ext cx="12165861" cy="333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</a:t>
            </a:r>
            <a:r>
              <a:rPr lang="en-US" sz="2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patrón</a:t>
            </a: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más</a:t>
            </a: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usado</a:t>
            </a: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</a:t>
            </a: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Node.js (y </a:t>
            </a:r>
            <a:r>
              <a:rPr lang="en-US" sz="2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</a:t>
            </a: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backend </a:t>
            </a:r>
            <a:r>
              <a:rPr lang="en-US" sz="2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</a:t>
            </a:r>
            <a:r>
              <a:rPr lang="en-US" sz="2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general) es Controller → Service →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39964" y="1910869"/>
            <a:ext cx="6450889" cy="6180140"/>
          </a:xfrm>
          <a:custGeom>
            <a:avLst/>
            <a:gdLst/>
            <a:ahLst/>
            <a:cxnLst/>
            <a:rect l="l" t="t" r="r" b="b"/>
            <a:pathLst>
              <a:path w="6450889" h="6180140">
                <a:moveTo>
                  <a:pt x="0" y="0"/>
                </a:moveTo>
                <a:lnTo>
                  <a:pt x="6450889" y="0"/>
                </a:lnTo>
                <a:lnTo>
                  <a:pt x="6450889" y="6180140"/>
                </a:lnTo>
                <a:lnTo>
                  <a:pt x="0" y="6180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67138" y="634385"/>
            <a:ext cx="5553724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Separación en capas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36873" y="8545871"/>
            <a:ext cx="7657072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controllers/userController.ts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0438" y="2544597"/>
            <a:ext cx="7567124" cy="5197806"/>
          </a:xfrm>
          <a:custGeom>
            <a:avLst/>
            <a:gdLst/>
            <a:ahLst/>
            <a:cxnLst/>
            <a:rect l="l" t="t" r="r" b="b"/>
            <a:pathLst>
              <a:path w="7567124" h="5197806">
                <a:moveTo>
                  <a:pt x="0" y="0"/>
                </a:moveTo>
                <a:lnTo>
                  <a:pt x="7567124" y="0"/>
                </a:lnTo>
                <a:lnTo>
                  <a:pt x="7567124" y="5197806"/>
                </a:lnTo>
                <a:lnTo>
                  <a:pt x="0" y="5197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67138" y="634385"/>
            <a:ext cx="5553724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Separación en capas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38800" y="8019857"/>
            <a:ext cx="6551305" cy="712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services/</a:t>
            </a:r>
            <a:r>
              <a:rPr lang="en-US" sz="4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userService.ts</a:t>
            </a:r>
            <a:endParaRPr lang="en-US" sz="42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13757" y="2557349"/>
            <a:ext cx="8060486" cy="5172303"/>
          </a:xfrm>
          <a:custGeom>
            <a:avLst/>
            <a:gdLst/>
            <a:ahLst/>
            <a:cxnLst/>
            <a:rect l="l" t="t" r="r" b="b"/>
            <a:pathLst>
              <a:path w="8060486" h="5172303">
                <a:moveTo>
                  <a:pt x="0" y="0"/>
                </a:moveTo>
                <a:lnTo>
                  <a:pt x="8060486" y="0"/>
                </a:lnTo>
                <a:lnTo>
                  <a:pt x="8060486" y="5172302"/>
                </a:lnTo>
                <a:lnTo>
                  <a:pt x="0" y="517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67138" y="634385"/>
            <a:ext cx="5553724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Separación en capas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67400" y="7910225"/>
            <a:ext cx="6089384" cy="712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models/</a:t>
            </a:r>
            <a:r>
              <a:rPr lang="en-US" sz="4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userModel.ts</a:t>
            </a:r>
            <a:endParaRPr lang="en-US" sz="42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13512" y="2797394"/>
            <a:ext cx="10060976" cy="4692212"/>
          </a:xfrm>
          <a:custGeom>
            <a:avLst/>
            <a:gdLst/>
            <a:ahLst/>
            <a:cxnLst/>
            <a:rect l="l" t="t" r="r" b="b"/>
            <a:pathLst>
              <a:path w="10060976" h="4692212">
                <a:moveTo>
                  <a:pt x="0" y="0"/>
                </a:moveTo>
                <a:lnTo>
                  <a:pt x="10060976" y="0"/>
                </a:lnTo>
                <a:lnTo>
                  <a:pt x="10060976" y="4692212"/>
                </a:lnTo>
                <a:lnTo>
                  <a:pt x="0" y="4692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67138" y="634385"/>
            <a:ext cx="5553724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Separación en capas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33043" y="8038129"/>
            <a:ext cx="5621914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routes/userRoutes.ts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51072" y="1617858"/>
            <a:ext cx="6363006" cy="963483"/>
          </a:xfrm>
          <a:custGeom>
            <a:avLst/>
            <a:gdLst/>
            <a:ahLst/>
            <a:cxnLst/>
            <a:rect l="l" t="t" r="r" b="b"/>
            <a:pathLst>
              <a:path w="6363006" h="963483">
                <a:moveTo>
                  <a:pt x="0" y="0"/>
                </a:moveTo>
                <a:lnTo>
                  <a:pt x="6363005" y="0"/>
                </a:lnTo>
                <a:lnTo>
                  <a:pt x="6363005" y="963484"/>
                </a:lnTo>
                <a:lnTo>
                  <a:pt x="0" y="963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7851072" y="3004739"/>
            <a:ext cx="6363006" cy="1158806"/>
          </a:xfrm>
          <a:custGeom>
            <a:avLst/>
            <a:gdLst/>
            <a:ahLst/>
            <a:cxnLst/>
            <a:rect l="l" t="t" r="r" b="b"/>
            <a:pathLst>
              <a:path w="6363006" h="1158806">
                <a:moveTo>
                  <a:pt x="0" y="0"/>
                </a:moveTo>
                <a:lnTo>
                  <a:pt x="6363005" y="0"/>
                </a:lnTo>
                <a:lnTo>
                  <a:pt x="6363005" y="1158806"/>
                </a:lnTo>
                <a:lnTo>
                  <a:pt x="0" y="1158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18" b="-10784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>
            <a:off x="7851072" y="6537992"/>
            <a:ext cx="6363006" cy="1653544"/>
          </a:xfrm>
          <a:custGeom>
            <a:avLst/>
            <a:gdLst/>
            <a:ahLst/>
            <a:cxnLst/>
            <a:rect l="l" t="t" r="r" b="b"/>
            <a:pathLst>
              <a:path w="6363006" h="1653544">
                <a:moveTo>
                  <a:pt x="0" y="0"/>
                </a:moveTo>
                <a:lnTo>
                  <a:pt x="6363005" y="0"/>
                </a:lnTo>
                <a:lnTo>
                  <a:pt x="6363005" y="1653544"/>
                </a:lnTo>
                <a:lnTo>
                  <a:pt x="0" y="1653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Freeform 5"/>
          <p:cNvSpPr/>
          <p:nvPr/>
        </p:nvSpPr>
        <p:spPr>
          <a:xfrm>
            <a:off x="7851072" y="4505891"/>
            <a:ext cx="6363006" cy="1689754"/>
          </a:xfrm>
          <a:custGeom>
            <a:avLst/>
            <a:gdLst/>
            <a:ahLst/>
            <a:cxnLst/>
            <a:rect l="l" t="t" r="r" b="b"/>
            <a:pathLst>
              <a:path w="6363006" h="1689754">
                <a:moveTo>
                  <a:pt x="0" y="0"/>
                </a:moveTo>
                <a:lnTo>
                  <a:pt x="6363005" y="0"/>
                </a:lnTo>
                <a:lnTo>
                  <a:pt x="6363005" y="1689755"/>
                </a:lnTo>
                <a:lnTo>
                  <a:pt x="0" y="1689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312" b="-21095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6" name="TextBox 6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67138" y="634385"/>
            <a:ext cx="5553724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Separación en capas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40128" y="5152325"/>
            <a:ext cx="2388827" cy="34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npm install dotenv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40128" y="2051975"/>
            <a:ext cx="1743454" cy="34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npm i env-var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51756" y="3328761"/>
            <a:ext cx="10584487" cy="3629478"/>
          </a:xfrm>
          <a:custGeom>
            <a:avLst/>
            <a:gdLst/>
            <a:ahLst/>
            <a:cxnLst/>
            <a:rect l="l" t="t" r="r" b="b"/>
            <a:pathLst>
              <a:path w="10584487" h="3629478">
                <a:moveTo>
                  <a:pt x="0" y="0"/>
                </a:moveTo>
                <a:lnTo>
                  <a:pt x="10584488" y="0"/>
                </a:lnTo>
                <a:lnTo>
                  <a:pt x="10584488" y="3629478"/>
                </a:lnTo>
                <a:lnTo>
                  <a:pt x="0" y="3629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67138" y="634385"/>
            <a:ext cx="5553724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Separación en capas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82382" y="7690963"/>
            <a:ext cx="2123236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index.ts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89884" y="2425658"/>
            <a:ext cx="4908232" cy="5435684"/>
          </a:xfrm>
          <a:custGeom>
            <a:avLst/>
            <a:gdLst/>
            <a:ahLst/>
            <a:cxnLst/>
            <a:rect l="l" t="t" r="r" b="b"/>
            <a:pathLst>
              <a:path w="4908232" h="5435684">
                <a:moveTo>
                  <a:pt x="0" y="0"/>
                </a:moveTo>
                <a:lnTo>
                  <a:pt x="4908232" y="0"/>
                </a:lnTo>
                <a:lnTo>
                  <a:pt x="4908232" y="5435684"/>
                </a:lnTo>
                <a:lnTo>
                  <a:pt x="0" y="5435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58572" y="634385"/>
            <a:ext cx="10570856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Patrones de diseño comunes en Node.js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31855" y="9059856"/>
            <a:ext cx="8824290" cy="34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Asegurarte de que haya una sola instancia de algo (ej: conexión a DB).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59457" y="2793351"/>
            <a:ext cx="7769086" cy="4700297"/>
          </a:xfrm>
          <a:custGeom>
            <a:avLst/>
            <a:gdLst/>
            <a:ahLst/>
            <a:cxnLst/>
            <a:rect l="l" t="t" r="r" b="b"/>
            <a:pathLst>
              <a:path w="7769086" h="4700297">
                <a:moveTo>
                  <a:pt x="0" y="0"/>
                </a:moveTo>
                <a:lnTo>
                  <a:pt x="7769086" y="0"/>
                </a:lnTo>
                <a:lnTo>
                  <a:pt x="7769086" y="4700298"/>
                </a:lnTo>
                <a:lnTo>
                  <a:pt x="0" y="4700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08756" y="550518"/>
            <a:ext cx="2870488" cy="1455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Repository</a:t>
            </a:r>
          </a:p>
          <a:p>
            <a:pPr algn="ctr">
              <a:lnSpc>
                <a:spcPts val="5880"/>
              </a:lnSpc>
              <a:spcBef>
                <a:spcPct val="0"/>
              </a:spcBef>
            </a:pPr>
            <a:endParaRPr lang="en-US" sz="42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02104" y="8046287"/>
            <a:ext cx="9083792" cy="349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Encapsula el acceso a los datos, útil con ORMs como Prisma o TypeORM.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50488" y="960186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72201" y="550518"/>
            <a:ext cx="5771934" cy="712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Resumen del módulo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00191" y="3087457"/>
            <a:ext cx="10687617" cy="1580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821" lvl="1" indent="-32391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Organización en capas: Controllers, Services, Models.</a:t>
            </a:r>
          </a:p>
          <a:p>
            <a:pPr marL="647821" lvl="1" indent="-32391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Patrones de diseño: Singleton, Repository.</a:t>
            </a:r>
          </a:p>
          <a:p>
            <a:pPr marL="647821" lvl="1" indent="-32391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Configuración por ambientes: dotenv.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9658" y="2993758"/>
            <a:ext cx="3626167" cy="4114800"/>
          </a:xfrm>
          <a:custGeom>
            <a:avLst/>
            <a:gdLst/>
            <a:ahLst/>
            <a:cxnLst/>
            <a:rect l="l" t="t" r="r" b="b"/>
            <a:pathLst>
              <a:path w="3626167" h="4114800">
                <a:moveTo>
                  <a:pt x="0" y="0"/>
                </a:moveTo>
                <a:lnTo>
                  <a:pt x="3626168" y="0"/>
                </a:lnTo>
                <a:lnTo>
                  <a:pt x="36261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17384797" y="9336172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10022" y="4454501"/>
            <a:ext cx="4190442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Muchas gracias!!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Personalizado</PresentationFormat>
  <Paragraphs>38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Poppins</vt:lpstr>
      <vt:lpstr>Open Sans Bold</vt:lpstr>
      <vt:lpstr>Open Sans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05 - Arquitectura y buenas prácticas</dc:title>
  <cp:lastModifiedBy>Joel Cesar Escobar Lasalas</cp:lastModifiedBy>
  <cp:revision>4</cp:revision>
  <dcterms:created xsi:type="dcterms:W3CDTF">2006-08-16T00:00:00Z</dcterms:created>
  <dcterms:modified xsi:type="dcterms:W3CDTF">2025-10-28T23:47:15Z</dcterms:modified>
  <dc:identifier>DAGy9pOTyQs</dc:identifier>
</cp:coreProperties>
</file>