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ns" panose="020B0606030504020204" pitchFamily="34" charset="0"/>
      <p:regular r:id="rId11"/>
    </p:embeddedFont>
    <p:embeddedFont>
      <p:font typeface="Open Sans Bold" panose="020B0806030504020204" charset="0"/>
      <p:regular r:id="rId12"/>
    </p:embeddedFont>
    <p:embeddedFont>
      <p:font typeface="Poppins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24.png"/><Relationship Id="rId5" Type="http://schemas.openxmlformats.org/officeDocument/2006/relationships/image" Target="../media/image11.png"/><Relationship Id="rId10" Type="http://schemas.openxmlformats.org/officeDocument/2006/relationships/image" Target="../media/image23.png"/><Relationship Id="rId4" Type="http://schemas.openxmlformats.org/officeDocument/2006/relationships/image" Target="../media/image10.sv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7400" y="3000563"/>
            <a:ext cx="49495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0" y="5830722"/>
            <a:ext cx="675579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Escobar Joel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1368739" y="2703947"/>
            <a:ext cx="7775261" cy="4879107"/>
          </a:xfrm>
          <a:custGeom>
            <a:avLst/>
            <a:gdLst/>
            <a:ahLst/>
            <a:cxnLst/>
            <a:rect l="l" t="t" r="r" b="b"/>
            <a:pathLst>
              <a:path w="7775261" h="4879107">
                <a:moveTo>
                  <a:pt x="0" y="0"/>
                </a:moveTo>
                <a:lnTo>
                  <a:pt x="7775261" y="0"/>
                </a:lnTo>
                <a:lnTo>
                  <a:pt x="7775261" y="4879106"/>
                </a:lnTo>
                <a:lnTo>
                  <a:pt x="0" y="4879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3" name="Freeform 3"/>
          <p:cNvSpPr/>
          <p:nvPr/>
        </p:nvSpPr>
        <p:spPr>
          <a:xfrm>
            <a:off x="12573540" y="3255757"/>
            <a:ext cx="5052240" cy="3170366"/>
          </a:xfrm>
          <a:custGeom>
            <a:avLst/>
            <a:gdLst/>
            <a:ahLst/>
            <a:cxnLst/>
            <a:rect l="l" t="t" r="r" b="b"/>
            <a:pathLst>
              <a:path w="5052240" h="3170366">
                <a:moveTo>
                  <a:pt x="0" y="0"/>
                </a:moveTo>
                <a:lnTo>
                  <a:pt x="5052240" y="0"/>
                </a:lnTo>
                <a:lnTo>
                  <a:pt x="5052240" y="3170365"/>
                </a:lnTo>
                <a:lnTo>
                  <a:pt x="0" y="317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8179296" y="720567"/>
            <a:ext cx="1929408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 JS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20342" y="1918410"/>
            <a:ext cx="967025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Vamos a necesitar Node.js preferentemente la que sea compatible con el angular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4214245"/>
            <a:ext cx="11409155" cy="46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  <a:spcBef>
                <a:spcPct val="0"/>
              </a:spcBef>
            </a:pPr>
            <a:r>
              <a:rPr lang="en-US" sz="13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Node.js es un entorno de ejecución de JavaScript basado en el motor V8 de Google Chrome. Permite ejecutar código JavaScript en el servidor, lo que lo hace ideal para desarrollar aplicaciones web, APIs y servicios en tiempo real.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58405" y="2421648"/>
            <a:ext cx="899413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Vamos a estar trabajando sobre la última versión LTS (soporte a largo plazo)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095875"/>
            <a:ext cx="223004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nodejs.org/es/"/>
              </a:rPr>
              <a:t>Descargar Node.Js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3" name="Freeform 3"/>
          <p:cNvSpPr/>
          <p:nvPr/>
        </p:nvSpPr>
        <p:spPr>
          <a:xfrm>
            <a:off x="11588372" y="3714622"/>
            <a:ext cx="5294189" cy="2203706"/>
          </a:xfrm>
          <a:custGeom>
            <a:avLst/>
            <a:gdLst/>
            <a:ahLst/>
            <a:cxnLst/>
            <a:rect l="l" t="t" r="r" b="b"/>
            <a:pathLst>
              <a:path w="5294189" h="2203706">
                <a:moveTo>
                  <a:pt x="0" y="0"/>
                </a:moveTo>
                <a:lnTo>
                  <a:pt x="5294188" y="0"/>
                </a:lnTo>
                <a:lnTo>
                  <a:pt x="5294188" y="2203706"/>
                </a:lnTo>
                <a:lnTo>
                  <a:pt x="0" y="2203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8229600" y="720567"/>
            <a:ext cx="1519981" cy="688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2459" y="4261874"/>
            <a:ext cx="10330791" cy="7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2"/>
              </a:lnSpc>
              <a:spcBef>
                <a:spcPct val="0"/>
              </a:spcBef>
            </a:pPr>
            <a:r>
              <a:rPr lang="en-US" sz="2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Node.js incluye npm (Node Package Manager), que permite instalar y gestionar paquetes y librerías de terceros.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2459" y="6157339"/>
            <a:ext cx="1093591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Cuenta con más de 2M de paquetes (no todas son de Node, sino que están en angular, react, vue, svelte, etc.) pero la gran mayoría se pueden integrar con node.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51650" y="720567"/>
            <a:ext cx="3784699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Características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81601" y="2795414"/>
            <a:ext cx="6928322" cy="3423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Asincronía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Módulos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nativos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de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terceros</a:t>
            </a:r>
            <a:endParaRPr lang="en-US" sz="3193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paquetes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 NPM</a:t>
            </a:r>
          </a:p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Construcción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servidores</a:t>
            </a:r>
            <a:endParaRPr lang="en-US" sz="3193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Escalabilidad</a:t>
            </a:r>
            <a:endParaRPr lang="en-US" sz="3193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Múltiple</a:t>
            </a:r>
            <a:r>
              <a:rPr lang="en-US" sz="319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93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</a:t>
            </a:r>
            <a:endParaRPr lang="en-US" sz="3193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16267" y="4167264"/>
            <a:ext cx="6673235" cy="1952471"/>
          </a:xfrm>
          <a:custGeom>
            <a:avLst/>
            <a:gdLst/>
            <a:ahLst/>
            <a:cxnLst/>
            <a:rect l="l" t="t" r="r" b="b"/>
            <a:pathLst>
              <a:path w="6673235" h="1952471">
                <a:moveTo>
                  <a:pt x="0" y="0"/>
                </a:moveTo>
                <a:lnTo>
                  <a:pt x="6673235" y="0"/>
                </a:lnTo>
                <a:lnTo>
                  <a:pt x="6673235" y="1952472"/>
                </a:lnTo>
                <a:lnTo>
                  <a:pt x="0" y="1952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0415567" y="4167264"/>
            <a:ext cx="5815498" cy="3233371"/>
          </a:xfrm>
          <a:custGeom>
            <a:avLst/>
            <a:gdLst/>
            <a:ahLst/>
            <a:cxnLst/>
            <a:rect l="l" t="t" r="r" b="b"/>
            <a:pathLst>
              <a:path w="5815498" h="3233371">
                <a:moveTo>
                  <a:pt x="0" y="0"/>
                </a:moveTo>
                <a:lnTo>
                  <a:pt x="5815499" y="0"/>
                </a:lnTo>
                <a:lnTo>
                  <a:pt x="5815499" y="3233372"/>
                </a:lnTo>
                <a:lnTo>
                  <a:pt x="0" y="3233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79403" y="720567"/>
            <a:ext cx="10929193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bloqueante y código no bloqueante.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0" y="3479189"/>
            <a:ext cx="2833105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bloqueante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277600" y="3630002"/>
            <a:ext cx="3357488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no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bloqueante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6098" y="3796343"/>
            <a:ext cx="3358279" cy="3412011"/>
          </a:xfrm>
          <a:custGeom>
            <a:avLst/>
            <a:gdLst/>
            <a:ahLst/>
            <a:cxnLst/>
            <a:rect l="l" t="t" r="r" b="b"/>
            <a:pathLst>
              <a:path w="3358279" h="3412011">
                <a:moveTo>
                  <a:pt x="0" y="0"/>
                </a:moveTo>
                <a:lnTo>
                  <a:pt x="3358279" y="0"/>
                </a:lnTo>
                <a:lnTo>
                  <a:pt x="3358279" y="3412011"/>
                </a:lnTo>
                <a:lnTo>
                  <a:pt x="0" y="3412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1953193" y="3796343"/>
            <a:ext cx="3190230" cy="3412011"/>
          </a:xfrm>
          <a:custGeom>
            <a:avLst/>
            <a:gdLst/>
            <a:ahLst/>
            <a:cxnLst/>
            <a:rect l="l" t="t" r="r" b="b"/>
            <a:pathLst>
              <a:path w="3190230" h="3412011">
                <a:moveTo>
                  <a:pt x="0" y="0"/>
                </a:moveTo>
                <a:lnTo>
                  <a:pt x="3190230" y="0"/>
                </a:lnTo>
                <a:lnTo>
                  <a:pt x="3190230" y="3412011"/>
                </a:lnTo>
                <a:lnTo>
                  <a:pt x="0" y="3412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43600" y="720567"/>
            <a:ext cx="5510882" cy="688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Libuv</a:t>
            </a: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event loop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1261" y="2557460"/>
            <a:ext cx="7230893" cy="735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7"/>
              </a:lnSpc>
              <a:spcBef>
                <a:spcPct val="0"/>
              </a:spcBef>
            </a:pPr>
            <a:r>
              <a:rPr lang="en-US" sz="14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Libuv es una biblioteca multiplataforma de código abierto escrita en C. En el entorno de ejecución de Node.js, su función es proporcionar soporte para la gestión de operaciones asíncronas.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22058" y="2805063"/>
            <a:ext cx="7421984" cy="2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2"/>
              </a:lnSpc>
              <a:spcBef>
                <a:spcPct val="0"/>
              </a:spcBef>
            </a:pPr>
            <a:r>
              <a:rPr lang="en-US" sz="14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event loop (bucle de eventos) es como un organizador de tareas.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9782" y="363072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3144500" y="363072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2381455" y="4569171"/>
            <a:ext cx="4459876" cy="4459876"/>
          </a:xfrm>
          <a:custGeom>
            <a:avLst/>
            <a:gdLst/>
            <a:ahLst/>
            <a:cxnLst/>
            <a:rect l="l" t="t" r="r" b="b"/>
            <a:pathLst>
              <a:path w="4459876" h="4459876">
                <a:moveTo>
                  <a:pt x="0" y="0"/>
                </a:moveTo>
                <a:lnTo>
                  <a:pt x="4459876" y="0"/>
                </a:lnTo>
                <a:lnTo>
                  <a:pt x="4459876" y="4459876"/>
                </a:lnTo>
                <a:lnTo>
                  <a:pt x="0" y="4459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2549337" y="1653548"/>
            <a:ext cx="4124112" cy="2286637"/>
          </a:xfrm>
          <a:custGeom>
            <a:avLst/>
            <a:gdLst/>
            <a:ahLst/>
            <a:cxnLst/>
            <a:rect l="l" t="t" r="r" b="b"/>
            <a:pathLst>
              <a:path w="4124112" h="2286637">
                <a:moveTo>
                  <a:pt x="0" y="0"/>
                </a:moveTo>
                <a:lnTo>
                  <a:pt x="4124112" y="0"/>
                </a:lnTo>
                <a:lnTo>
                  <a:pt x="4124112" y="2286637"/>
                </a:lnTo>
                <a:lnTo>
                  <a:pt x="0" y="22866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Freeform 6"/>
          <p:cNvSpPr/>
          <p:nvPr/>
        </p:nvSpPr>
        <p:spPr>
          <a:xfrm>
            <a:off x="9039333" y="4252922"/>
            <a:ext cx="3075698" cy="426876"/>
          </a:xfrm>
          <a:custGeom>
            <a:avLst/>
            <a:gdLst/>
            <a:ahLst/>
            <a:cxnLst/>
            <a:rect l="l" t="t" r="r" b="b"/>
            <a:pathLst>
              <a:path w="3075698" h="426876">
                <a:moveTo>
                  <a:pt x="0" y="0"/>
                </a:moveTo>
                <a:lnTo>
                  <a:pt x="3075698" y="0"/>
                </a:lnTo>
                <a:lnTo>
                  <a:pt x="3075698" y="426876"/>
                </a:lnTo>
                <a:lnTo>
                  <a:pt x="0" y="4268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7" name="Freeform 7"/>
          <p:cNvSpPr/>
          <p:nvPr/>
        </p:nvSpPr>
        <p:spPr>
          <a:xfrm>
            <a:off x="9084580" y="5416077"/>
            <a:ext cx="2985205" cy="544101"/>
          </a:xfrm>
          <a:custGeom>
            <a:avLst/>
            <a:gdLst/>
            <a:ahLst/>
            <a:cxnLst/>
            <a:rect l="l" t="t" r="r" b="b"/>
            <a:pathLst>
              <a:path w="2985205" h="544101">
                <a:moveTo>
                  <a:pt x="0" y="0"/>
                </a:moveTo>
                <a:lnTo>
                  <a:pt x="2985204" y="0"/>
                </a:lnTo>
                <a:lnTo>
                  <a:pt x="2985204" y="544102"/>
                </a:lnTo>
                <a:lnTo>
                  <a:pt x="0" y="544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8" name="Freeform 8"/>
          <p:cNvSpPr/>
          <p:nvPr/>
        </p:nvSpPr>
        <p:spPr>
          <a:xfrm>
            <a:off x="8645402" y="6599472"/>
            <a:ext cx="3863560" cy="399274"/>
          </a:xfrm>
          <a:custGeom>
            <a:avLst/>
            <a:gdLst/>
            <a:ahLst/>
            <a:cxnLst/>
            <a:rect l="l" t="t" r="r" b="b"/>
            <a:pathLst>
              <a:path w="3863560" h="399274">
                <a:moveTo>
                  <a:pt x="0" y="0"/>
                </a:moveTo>
                <a:lnTo>
                  <a:pt x="3863560" y="0"/>
                </a:lnTo>
                <a:lnTo>
                  <a:pt x="3863560" y="399274"/>
                </a:lnTo>
                <a:lnTo>
                  <a:pt x="0" y="3992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9" name="Freeform 9"/>
          <p:cNvSpPr/>
          <p:nvPr/>
        </p:nvSpPr>
        <p:spPr>
          <a:xfrm>
            <a:off x="2549337" y="5416077"/>
            <a:ext cx="2282314" cy="560908"/>
          </a:xfrm>
          <a:custGeom>
            <a:avLst/>
            <a:gdLst/>
            <a:ahLst/>
            <a:cxnLst/>
            <a:rect l="l" t="t" r="r" b="b"/>
            <a:pathLst>
              <a:path w="2282314" h="560908">
                <a:moveTo>
                  <a:pt x="0" y="0"/>
                </a:moveTo>
                <a:lnTo>
                  <a:pt x="2282314" y="0"/>
                </a:lnTo>
                <a:lnTo>
                  <a:pt x="2282314" y="560908"/>
                </a:lnTo>
                <a:lnTo>
                  <a:pt x="0" y="5609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0" name="Freeform 10"/>
          <p:cNvSpPr/>
          <p:nvPr/>
        </p:nvSpPr>
        <p:spPr>
          <a:xfrm>
            <a:off x="2549337" y="6394784"/>
            <a:ext cx="2644370" cy="603961"/>
          </a:xfrm>
          <a:custGeom>
            <a:avLst/>
            <a:gdLst/>
            <a:ahLst/>
            <a:cxnLst/>
            <a:rect l="l" t="t" r="r" b="b"/>
            <a:pathLst>
              <a:path w="2644370" h="603961">
                <a:moveTo>
                  <a:pt x="0" y="0"/>
                </a:moveTo>
                <a:lnTo>
                  <a:pt x="2644370" y="0"/>
                </a:lnTo>
                <a:lnTo>
                  <a:pt x="2644370" y="603962"/>
                </a:lnTo>
                <a:lnTo>
                  <a:pt x="0" y="603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1" name="TextBox 11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1331" y="720567"/>
            <a:ext cx="4605338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loop y Libuv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5994" y="4054485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Consola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4513" y="8012779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main()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9231" y="8012779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Libuv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4997" y="8679797"/>
            <a:ext cx="26443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Exit code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1455" y="1646761"/>
            <a:ext cx="4459876" cy="2289912"/>
          </a:xfrm>
          <a:custGeom>
            <a:avLst/>
            <a:gdLst/>
            <a:ahLst/>
            <a:cxnLst/>
            <a:rect l="l" t="t" r="r" b="b"/>
            <a:pathLst>
              <a:path w="4459876" h="2289912">
                <a:moveTo>
                  <a:pt x="0" y="0"/>
                </a:moveTo>
                <a:lnTo>
                  <a:pt x="4459876" y="0"/>
                </a:lnTo>
                <a:lnTo>
                  <a:pt x="4459876" y="2289912"/>
                </a:lnTo>
                <a:lnTo>
                  <a:pt x="0" y="228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8519782" y="363072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3144500" y="363072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2381455" y="4569171"/>
            <a:ext cx="4459876" cy="4459876"/>
          </a:xfrm>
          <a:custGeom>
            <a:avLst/>
            <a:gdLst/>
            <a:ahLst/>
            <a:cxnLst/>
            <a:rect l="l" t="t" r="r" b="b"/>
            <a:pathLst>
              <a:path w="4459876" h="4459876">
                <a:moveTo>
                  <a:pt x="0" y="0"/>
                </a:moveTo>
                <a:lnTo>
                  <a:pt x="4459876" y="0"/>
                </a:lnTo>
                <a:lnTo>
                  <a:pt x="4459876" y="4459876"/>
                </a:lnTo>
                <a:lnTo>
                  <a:pt x="0" y="4459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Freeform 6"/>
          <p:cNvSpPr/>
          <p:nvPr/>
        </p:nvSpPr>
        <p:spPr>
          <a:xfrm>
            <a:off x="8796964" y="4360189"/>
            <a:ext cx="3560436" cy="417964"/>
          </a:xfrm>
          <a:custGeom>
            <a:avLst/>
            <a:gdLst/>
            <a:ahLst/>
            <a:cxnLst/>
            <a:rect l="l" t="t" r="r" b="b"/>
            <a:pathLst>
              <a:path w="3560436" h="417964">
                <a:moveTo>
                  <a:pt x="0" y="0"/>
                </a:moveTo>
                <a:lnTo>
                  <a:pt x="3560436" y="0"/>
                </a:lnTo>
                <a:lnTo>
                  <a:pt x="3560436" y="417964"/>
                </a:lnTo>
                <a:lnTo>
                  <a:pt x="0" y="4179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7" name="Freeform 7"/>
          <p:cNvSpPr/>
          <p:nvPr/>
        </p:nvSpPr>
        <p:spPr>
          <a:xfrm>
            <a:off x="9144000" y="5311445"/>
            <a:ext cx="2728677" cy="1162441"/>
          </a:xfrm>
          <a:custGeom>
            <a:avLst/>
            <a:gdLst/>
            <a:ahLst/>
            <a:cxnLst/>
            <a:rect l="l" t="t" r="r" b="b"/>
            <a:pathLst>
              <a:path w="2728677" h="1162441">
                <a:moveTo>
                  <a:pt x="0" y="0"/>
                </a:moveTo>
                <a:lnTo>
                  <a:pt x="2728677" y="0"/>
                </a:lnTo>
                <a:lnTo>
                  <a:pt x="2728677" y="1162441"/>
                </a:lnTo>
                <a:lnTo>
                  <a:pt x="0" y="1162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8" name="Freeform 8"/>
          <p:cNvSpPr/>
          <p:nvPr/>
        </p:nvSpPr>
        <p:spPr>
          <a:xfrm>
            <a:off x="14089598" y="5311445"/>
            <a:ext cx="2728677" cy="1162441"/>
          </a:xfrm>
          <a:custGeom>
            <a:avLst/>
            <a:gdLst/>
            <a:ahLst/>
            <a:cxnLst/>
            <a:rect l="l" t="t" r="r" b="b"/>
            <a:pathLst>
              <a:path w="2728677" h="1162441">
                <a:moveTo>
                  <a:pt x="0" y="0"/>
                </a:moveTo>
                <a:lnTo>
                  <a:pt x="2728677" y="0"/>
                </a:lnTo>
                <a:lnTo>
                  <a:pt x="2728677" y="1162441"/>
                </a:lnTo>
                <a:lnTo>
                  <a:pt x="0" y="1162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9" name="Freeform 9"/>
          <p:cNvSpPr/>
          <p:nvPr/>
        </p:nvSpPr>
        <p:spPr>
          <a:xfrm>
            <a:off x="9043331" y="6702589"/>
            <a:ext cx="3067702" cy="444817"/>
          </a:xfrm>
          <a:custGeom>
            <a:avLst/>
            <a:gdLst/>
            <a:ahLst/>
            <a:cxnLst/>
            <a:rect l="l" t="t" r="r" b="b"/>
            <a:pathLst>
              <a:path w="3067702" h="444817">
                <a:moveTo>
                  <a:pt x="0" y="0"/>
                </a:moveTo>
                <a:lnTo>
                  <a:pt x="3067702" y="0"/>
                </a:lnTo>
                <a:lnTo>
                  <a:pt x="3067702" y="444817"/>
                </a:lnTo>
                <a:lnTo>
                  <a:pt x="0" y="44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0" name="Freeform 10"/>
          <p:cNvSpPr/>
          <p:nvPr/>
        </p:nvSpPr>
        <p:spPr>
          <a:xfrm>
            <a:off x="3118640" y="5000073"/>
            <a:ext cx="2985507" cy="622744"/>
          </a:xfrm>
          <a:custGeom>
            <a:avLst/>
            <a:gdLst/>
            <a:ahLst/>
            <a:cxnLst/>
            <a:rect l="l" t="t" r="r" b="b"/>
            <a:pathLst>
              <a:path w="2985507" h="622744">
                <a:moveTo>
                  <a:pt x="0" y="0"/>
                </a:moveTo>
                <a:lnTo>
                  <a:pt x="2985507" y="0"/>
                </a:lnTo>
                <a:lnTo>
                  <a:pt x="2985507" y="622744"/>
                </a:lnTo>
                <a:lnTo>
                  <a:pt x="0" y="6227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>
          <a:xfrm>
            <a:off x="3615575" y="6365369"/>
            <a:ext cx="1846175" cy="867480"/>
          </a:xfrm>
          <a:custGeom>
            <a:avLst/>
            <a:gdLst/>
            <a:ahLst/>
            <a:cxnLst/>
            <a:rect l="l" t="t" r="r" b="b"/>
            <a:pathLst>
              <a:path w="1846175" h="867480">
                <a:moveTo>
                  <a:pt x="0" y="0"/>
                </a:moveTo>
                <a:lnTo>
                  <a:pt x="1846175" y="0"/>
                </a:lnTo>
                <a:lnTo>
                  <a:pt x="1846175" y="867480"/>
                </a:lnTo>
                <a:lnTo>
                  <a:pt x="0" y="8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2" name="TextBox 12"/>
          <p:cNvSpPr txBox="1"/>
          <p:nvPr/>
        </p:nvSpPr>
        <p:spPr>
          <a:xfrm>
            <a:off x="17030047" y="898142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5994" y="4054485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Consola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4513" y="8012779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main()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9231" y="8012779"/>
            <a:ext cx="460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Libuv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4997" y="8679797"/>
            <a:ext cx="26443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Exit code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9658" y="2993758"/>
            <a:ext cx="3626167" cy="4114800"/>
          </a:xfrm>
          <a:custGeom>
            <a:avLst/>
            <a:gdLst/>
            <a:ahLst/>
            <a:cxnLst/>
            <a:rect l="l" t="t" r="r" b="b"/>
            <a:pathLst>
              <a:path w="3626167" h="4114800">
                <a:moveTo>
                  <a:pt x="0" y="0"/>
                </a:moveTo>
                <a:lnTo>
                  <a:pt x="3626168" y="0"/>
                </a:lnTo>
                <a:lnTo>
                  <a:pt x="3626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84797" y="933617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0" y="4454501"/>
            <a:ext cx="5880464" cy="68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</a:t>
            </a: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gracias!!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Personalizado</PresentationFormat>
  <Paragraphs>42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Poppins</vt:lpstr>
      <vt:lpstr>Open Sans Bold</vt:lpstr>
      <vt:lpstr>Open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01 - Fundamentos de Node.js</dc:title>
  <cp:lastModifiedBy>Joel Cesar Escobar Lasalas</cp:lastModifiedBy>
  <cp:revision>2</cp:revision>
  <dcterms:created xsi:type="dcterms:W3CDTF">2006-08-16T00:00:00Z</dcterms:created>
  <dcterms:modified xsi:type="dcterms:W3CDTF">2025-10-28T23:42:36Z</dcterms:modified>
  <dc:identifier>DAGlXdx1RP0</dc:identifier>
</cp:coreProperties>
</file>